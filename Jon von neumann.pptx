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877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90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82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2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03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313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468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72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951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555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151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6212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239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947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619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829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24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23D214C-07A4-4A83-93BE-A0BC8A23C69A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77F34-DC65-4B5A-AE51-46B2AE7EA5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2816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45CFF-54D1-8CAF-7140-5E71E999E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4876" y="308547"/>
            <a:ext cx="8825658" cy="1355362"/>
          </a:xfrm>
        </p:spPr>
        <p:txBody>
          <a:bodyPr/>
          <a:lstStyle/>
          <a:p>
            <a:r>
              <a:rPr lang="pt-BR" dirty="0"/>
              <a:t>Jon von </a:t>
            </a:r>
            <a:r>
              <a:rPr lang="pt-BR" dirty="0" err="1"/>
              <a:t>neumann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0CD569-7A3C-28A8-6BCC-404C33CD4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828658"/>
            <a:ext cx="8825658" cy="402934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pt-BR" dirty="0"/>
              <a:t>Informações básicas</a:t>
            </a:r>
          </a:p>
          <a:p>
            <a:pPr marL="457200" indent="-457200">
              <a:buAutoNum type="arabicPeriod"/>
            </a:pPr>
            <a:r>
              <a:rPr lang="pt-BR" dirty="0"/>
              <a:t> Por que ele é importante?</a:t>
            </a:r>
          </a:p>
          <a:p>
            <a:pPr marL="457200" indent="-457200">
              <a:buAutoNum type="arabicPeriod"/>
            </a:pPr>
            <a:r>
              <a:rPr lang="pt-BR" dirty="0"/>
              <a:t>Principal contribuição</a:t>
            </a:r>
          </a:p>
          <a:p>
            <a:pPr marL="457200" indent="-457200">
              <a:buAutoNum type="arabicPeriod"/>
            </a:pPr>
            <a:r>
              <a:rPr lang="pt-BR" dirty="0"/>
              <a:t>Curiosidades</a:t>
            </a:r>
          </a:p>
          <a:p>
            <a:pPr marL="457200" indent="-457200">
              <a:buAutoNum type="arabicPeriod"/>
            </a:pPr>
            <a:r>
              <a:rPr lang="pt-BR" dirty="0"/>
              <a:t>Contexto histórico</a:t>
            </a:r>
          </a:p>
          <a:p>
            <a:pPr marL="457200" indent="-457200">
              <a:buAutoNum type="arabicPeriod"/>
            </a:pPr>
            <a:r>
              <a:rPr lang="pt-BR" dirty="0"/>
              <a:t>Resumo </a:t>
            </a:r>
          </a:p>
        </p:txBody>
      </p:sp>
    </p:spTree>
    <p:extLst>
      <p:ext uri="{BB962C8B-B14F-4D97-AF65-F5344CB8AC3E}">
        <p14:creationId xmlns:p14="http://schemas.microsoft.com/office/powerpoint/2010/main" val="786065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99226-C6E8-B53A-CACD-EC11D98B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Informações básicas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09609F-7A17-A365-3FC1-397B746E7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59"/>
            <a:ext cx="8946541" cy="4195481"/>
          </a:xfrm>
        </p:spPr>
        <p:txBody>
          <a:bodyPr/>
          <a:lstStyle/>
          <a:p>
            <a:r>
              <a:rPr lang="pt-BR" dirty="0"/>
              <a:t>📌 Dados principais</a:t>
            </a:r>
          </a:p>
          <a:p>
            <a:r>
              <a:rPr lang="pt-BR" dirty="0"/>
              <a:t>Nome completo: John von Neumann</a:t>
            </a:r>
          </a:p>
          <a:p>
            <a:r>
              <a:rPr lang="pt-BR" dirty="0"/>
              <a:t>Nascimento: 28 de dezembro de 1903</a:t>
            </a:r>
          </a:p>
          <a:p>
            <a:r>
              <a:rPr lang="pt-BR" dirty="0"/>
              <a:t>Morte: 8 de fevereiro de 1957</a:t>
            </a:r>
          </a:p>
          <a:p>
            <a:r>
              <a:rPr lang="pt-BR" dirty="0"/>
              <a:t>Local de nascimento: Budapeste, Hungria Nacionalidade: Húngaro (naturalizado americano depois)</a:t>
            </a:r>
          </a:p>
          <a:p>
            <a:r>
              <a:rPr lang="pt-BR" dirty="0"/>
              <a:t>🎓 Profissão </a:t>
            </a:r>
          </a:p>
          <a:p>
            <a:r>
              <a:rPr lang="pt-BR" dirty="0"/>
              <a:t>Matemático</a:t>
            </a:r>
          </a:p>
          <a:p>
            <a:r>
              <a:rPr lang="pt-BR" dirty="0"/>
              <a:t>Cientista da computação Física</a:t>
            </a:r>
          </a:p>
        </p:txBody>
      </p:sp>
    </p:spTree>
    <p:extLst>
      <p:ext uri="{BB962C8B-B14F-4D97-AF65-F5344CB8AC3E}">
        <p14:creationId xmlns:p14="http://schemas.microsoft.com/office/powerpoint/2010/main" val="288119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DD559-4250-23BD-3EAC-8027B321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ele foi importante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39AF51-87DA-22FA-34A6-968AFA639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75" y="1543253"/>
            <a:ext cx="8946541" cy="4195481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• Criou a base dos computadores modernos Desenvolveu o modelo em que dados e programas ficam na mesma memória, usado até hoje.</a:t>
            </a:r>
          </a:p>
          <a:p>
            <a:r>
              <a:rPr lang="pt-BR" dirty="0"/>
              <a:t>• Pioneiro da computação Ajudou a transformar computadores em máquinas mais rápidas e eficientes.</a:t>
            </a:r>
          </a:p>
          <a:p>
            <a:r>
              <a:rPr lang="pt-BR" dirty="0"/>
              <a:t>• Desenvolveu a teoria dos jogos Estudo de estratégias e decisões, usado na economia, política e tecnologia</a:t>
            </a:r>
          </a:p>
          <a:p>
            <a:r>
              <a:rPr lang="pt-BR" dirty="0"/>
              <a:t>.• Contribuiu para a ciência Trabalhou com matemática, física e projetos importantes durante a Segunda Guerra Mundial</a:t>
            </a:r>
          </a:p>
          <a:p>
            <a:endParaRPr lang="pt-BR" dirty="0"/>
          </a:p>
          <a:p>
            <a:r>
              <a:rPr lang="pt-BR" dirty="0"/>
              <a:t>John von Neumann foi essencial para o avanço da tecnologia e é um dos responsáveis pelo funcionamento dos computadores atuais.</a:t>
            </a:r>
          </a:p>
        </p:txBody>
      </p:sp>
    </p:spTree>
    <p:extLst>
      <p:ext uri="{BB962C8B-B14F-4D97-AF65-F5344CB8AC3E}">
        <p14:creationId xmlns:p14="http://schemas.microsoft.com/office/powerpoint/2010/main" val="288395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97D6F-0000-F46B-DA6B-A1680AF9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Principal contribuição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7EAE9E-E590-9150-EC91-2B5A5E4D9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• Arquitetura de computadores (modelo de von Neumann)Criou o modelo em que o computador armazena dados e programas na mesma memória.</a:t>
            </a:r>
          </a:p>
          <a:p>
            <a:r>
              <a:rPr lang="pt-BR" dirty="0"/>
              <a:t>• Funcionamento básico do computador Definiu que o sistema deve ter :Memória Processador (CPU)Entrada e saída de dados</a:t>
            </a:r>
          </a:p>
          <a:p>
            <a:r>
              <a:rPr lang="pt-BR" dirty="0"/>
              <a:t>• Base da tecnologia atual Esse modelo é usado até hoje em computadores, celulares e videogames.</a:t>
            </a:r>
          </a:p>
        </p:txBody>
      </p:sp>
    </p:spTree>
    <p:extLst>
      <p:ext uri="{BB962C8B-B14F-4D97-AF65-F5344CB8AC3E}">
        <p14:creationId xmlns:p14="http://schemas.microsoft.com/office/powerpoint/2010/main" val="420711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8E9AD-5B73-20F7-642D-33607DF2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curiosidades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718262-09B6-6F27-73AB-766A370A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• Gênio desde criança Com poucos anos de idade, já fazia cálculos complexos de cabeça.</a:t>
            </a:r>
          </a:p>
          <a:p>
            <a:r>
              <a:rPr lang="pt-BR" dirty="0"/>
              <a:t>• Memória impressionante Conseguia lembrar páginas inteiras de livros depois de ler uma vez.</a:t>
            </a:r>
          </a:p>
          <a:p>
            <a:r>
              <a:rPr lang="pt-BR" dirty="0"/>
              <a:t>• Sabia vários idiomas Falava várias línguas, como húngaro, alemão e inglês.</a:t>
            </a:r>
          </a:p>
          <a:p>
            <a:r>
              <a:rPr lang="pt-BR" dirty="0"/>
              <a:t>• Trabalhou em projetos secretos Participou de pesquisas importantes durante a Segunda Guerra Mundial.</a:t>
            </a:r>
          </a:p>
          <a:p>
            <a:r>
              <a:rPr lang="pt-BR" dirty="0"/>
              <a:t>• Pensava muito rápido Era conhecido por resolver problemas matemáticos em poucos minutos.</a:t>
            </a:r>
          </a:p>
          <a:p>
            <a:r>
              <a:rPr lang="pt-BR" dirty="0"/>
              <a:t>• Ajudou a criar a teoria dos jogos Essa teoria hoje é usada em economia, estratégia e até jogos de computador</a:t>
            </a:r>
          </a:p>
        </p:txBody>
      </p:sp>
    </p:spTree>
    <p:extLst>
      <p:ext uri="{BB962C8B-B14F-4D97-AF65-F5344CB8AC3E}">
        <p14:creationId xmlns:p14="http://schemas.microsoft.com/office/powerpoint/2010/main" val="141065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7BFFA-AFBD-F2C4-D006-82F62F28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 histórico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5D280D-DB6A-7327-77CB-51DA50248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• Início do século XX Von Neumann nasceu em uma época de grandes avanços científicos e mudanças na Europa.</a:t>
            </a:r>
          </a:p>
          <a:p>
            <a:r>
              <a:rPr lang="pt-BR" dirty="0"/>
              <a:t>• Guerras Mundiais Viveu durante a Segunda Guerra Mundial, período que acelerou o desenvolvimento tecnológico.</a:t>
            </a:r>
          </a:p>
          <a:p>
            <a:r>
              <a:rPr lang="pt-BR" dirty="0"/>
              <a:t>• Desenvolvimento dos primeiros computadores Na década de 1940, surgiram os primeiros computadores eletrônicos, ainda grandes e limitados.</a:t>
            </a:r>
          </a:p>
          <a:p>
            <a:r>
              <a:rPr lang="pt-BR" dirty="0"/>
              <a:t>• Avanço da ciência e tecnologia Havia muita pesquisa em matemática, física e engenharia, áreas em que ele contribuiu muito</a:t>
            </a:r>
          </a:p>
          <a:p>
            <a:r>
              <a:rPr lang="pt-BR" dirty="0"/>
              <a:t>.• Participação em projetos importantes Trabalhou em pesquisas científicas nos Estados Unidos, influenciando o avanço tecnológico.</a:t>
            </a:r>
          </a:p>
        </p:txBody>
      </p:sp>
    </p:spTree>
    <p:extLst>
      <p:ext uri="{BB962C8B-B14F-4D97-AF65-F5344CB8AC3E}">
        <p14:creationId xmlns:p14="http://schemas.microsoft.com/office/powerpoint/2010/main" val="2662698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EA9BF-18C5-16A3-4BFE-52CC957B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E84642-1F96-3735-D686-5810A5089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John von Neumann foi um matemático e cientista muito importante do século XX. Ele criou o modelo de funcionamento dos computadores modernos, usado até hoje. Viveu durante um período de grandes avanços científicos e contribuiu para áreas como matemática, física e tecnologia.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50EF9B-C8EE-90FB-8B5D-23BAF681F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049" y="3617098"/>
            <a:ext cx="4721901" cy="324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134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</TotalTime>
  <Words>481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Íon</vt:lpstr>
      <vt:lpstr>Jon von neumann</vt:lpstr>
      <vt:lpstr>Informações básicas </vt:lpstr>
      <vt:lpstr>Por que ele foi importante</vt:lpstr>
      <vt:lpstr>Principal contribuição </vt:lpstr>
      <vt:lpstr>curiosidades</vt:lpstr>
      <vt:lpstr>Contexto histórico</vt:lpstr>
      <vt:lpstr>Resumo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2026-05-04T17:43:15Z</dcterms:created>
  <dcterms:modified xsi:type="dcterms:W3CDTF">2026-05-04T18:18:45Z</dcterms:modified>
</cp:coreProperties>
</file>